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Report
展示不绑定特定论文的公开汇报模板入口
这是公开模板的封面示例。全部文字和图形均为合成教学内容，不对应任何论文、机构或个人。实际使用时应完全替换为当前论文的信息。
来源与证据限定
[teaching] 展示不绑定特定论文的公开汇报模板入口
Paper Report handoff protocol; outline-contract.md; outline-contract.md: cover layout; version: v1; collected: 2026-09-05
适用范围: Synthetic workflow and layout demonstration; no research result
限定: Layout demonstration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Evidence to Slides
分开内容审校和视觉渲染
章节页展示报告如何分段。这里强调内容审校和视觉渲染是两个阶段，但都由同一个 deck.json 连接。
来源与证据限定
[teaching] 分开内容审校和视觉渲染
Paper Report handoff protocol; outline-contract.md; outline-contract.md: content source and outputs; version: v1; collected: 2026-09-05
适用范围: Synthetic workflow and layout demonstration; no research result
限定: Workflow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Content Source
同一内容源保持页面、备注和证据一致
要点页展示三个并列信息层次。实际报告中每页应只回答一个主要问题，完整解释放在备注中。
来源与证据限定
[teaching] 同一内容源保持页面、备注和证据一致
Paper Report handoff protocol; outline-contract.md; outline-contract.md: deck.json and generated views; version: v1; collected: 2026-09-05
适用范围: Synthetic workflow and layout demonstration; no research result
限定: Workflow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Responsibilities
说明阅读与渲染阶段的不同职责
比较页适合呈现两个并列职责。左侧负责理解论文和核验主张，右侧负责生成可编辑页面并完成视觉检查。
来源与证据限定
[teaching] 说明阅读与渲染阶段的不同职责
Paper Report handoff protocol; outline-contract.md; outline-contract.md: handoff boundary; version: v1; collected: 2026-09-05
适用范围: Synthetic workflow and layout demonstration; no research result
限定: Workflow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Figure
展示单图版式及证据边界
这是单图版式示例。合成图只演示版面和读图顺序，不代表任何论文机制或测量结果。
来源与证据限定
[teaching] 展示单图版式及证据边界
Paper Report handoff protocol; outline-contract.md; Bundled synthetic process diagram; version: v1; collected: 2026-09-05
适用范围: Synthetic workflow and layout demonstration; no research result
限定: Synthetic image; no scientific claim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Without Conflating
展示两图版式并区分不同图的角色
两张合成图分别展示趋势和分组比较。它们没有共同实验条件，不能组合成论文结论。
来源与证据限定
[teaching] 展示两图版式并区分不同图的角色
Paper Report handoff protocol; outline-contract.md; Bundled synthetic line and bar charts; version: v1; collected: 2026-09-05
适用范围: Synthetic workflow and layout demonstration; no research result
限定: Synthetic charts; no scientific claim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Editable Table
展示可编辑的原生表格
表格中的时间预算完全是教学示例，不来自实验。真实报告应保留指标、单位和比较条件。
来源与证据限定
[teaching] 展示可编辑的原生表格
Paper Report handoff protocol; outline-contract.md; outline-contract.md: table layout; version: v1; collected: 2026-09-05
适用范围: Synthetic workflow and layout demonstration; no research result
限定: Illustrative values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Before Delivery
展示交付前的检查顺序
流程页展示结构校验、渲染和人工视觉检查的先后关系。正式交付物必须来自已经检查的同一轮候选文件。
来源与证据限定
[teaching] 展示交付前的检查顺序
Paper Report handoff protocol; outline-contract.md; outline-contract.md: build and delivery outputs; version: v1; collected: 2026-09-05
适用范围: Synthetic workflow and layout demonstration; no research result
限定: Workflow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8046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TEMPLATE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6384" y="14813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04672" y="2423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workflow for evidence-backed paper discussions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public example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slides | Planned talk: 8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823960" y="1152144"/>
            <a:ext cx="2468880" cy="4480560"/>
          </a:xfrm>
          <a:prstGeom prst="rect">
            <a:avLst/>
          </a:prstGeom>
          <a:solidFill>
            <a:srgbClr val="F5F7FA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0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052560" y="208483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and evidence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560" y="283464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A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052560" y="336499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and notes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0" y="411480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052560" y="464515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and PDF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6062472"/>
            <a:ext cx="105613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624535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 | Synthetic public example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7A928"/>
          </a:solidFill>
          <a:ln w="6350">
            <a:solidFill>
              <a:srgbClr val="E7A9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Evidence to Slides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7240" y="32004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claims first; render the approved content second.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77240" y="6035040"/>
            <a:ext cx="1060704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30936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 | Synthetic public example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228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Content Source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469880" y="256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6928" y="768096"/>
            <a:ext cx="110185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5562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 | Synthetic public example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6007608"/>
            <a:ext cx="11018520" cy="4114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007608"/>
            <a:ext cx="82296" cy="4114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6044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keeps slides, notes and evidence aligned.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" y="1005840"/>
            <a:ext cx="10917936" cy="1435608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1005840"/>
            <a:ext cx="64008" cy="1435608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106424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content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977640" y="1106424"/>
            <a:ext cx="7269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Titles, explanations, figures and takeaways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1792" y="2560320"/>
            <a:ext cx="10917936" cy="1435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2560320"/>
            <a:ext cx="64008" cy="1435608"/>
          </a:xfrm>
          <a:prstGeom prst="rect">
            <a:avLst/>
          </a:prstGeom>
          <a:solidFill>
            <a:srgbClr val="E7A928"/>
          </a:solidFill>
          <a:ln w="6350">
            <a:solidFill>
              <a:srgbClr val="E7A9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660904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977640" y="2660904"/>
            <a:ext cx="7269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Definitions, limitations and transitions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21792" y="4114800"/>
            <a:ext cx="10917936" cy="1435608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" y="4114800"/>
            <a:ext cx="64008" cy="1435608"/>
          </a:xfrm>
          <a:prstGeom prst="rect">
            <a:avLst/>
          </a:prstGeom>
          <a:solidFill>
            <a:srgbClr val="2F9E76"/>
          </a:solidFill>
          <a:ln w="6350">
            <a:solidFill>
              <a:srgbClr val="2F9E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15384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3977640" y="4215384"/>
            <a:ext cx="7269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locations, conditions and file hashes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228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Responsibilities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469880" y="256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6928" y="768096"/>
            <a:ext cx="110185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5562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 | Synthetic public example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6007608"/>
            <a:ext cx="11018520" cy="4114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007608"/>
            <a:ext cx="82296" cy="4114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6044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reasoning before polishing the layout.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1188720"/>
            <a:ext cx="5372100" cy="425196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188720"/>
            <a:ext cx="64008" cy="425196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307592"/>
            <a:ext cx="50063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to outline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9808" y="1892808"/>
            <a:ext cx="50063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paper, verify claims and write the presentation content.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3348" y="1188720"/>
            <a:ext cx="5372100" cy="4251960"/>
          </a:xfrm>
          <a:prstGeom prst="rect">
            <a:avLst/>
          </a:prstGeom>
          <a:solidFill>
            <a:srgbClr val="FFF4D6"/>
          </a:solidFill>
          <a:ln w="6350">
            <a:solidFill>
              <a:srgbClr val="FFF4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3348" y="1188720"/>
            <a:ext cx="64008" cy="4251960"/>
          </a:xfrm>
          <a:prstGeom prst="rect">
            <a:avLst/>
          </a:prstGeom>
          <a:solidFill>
            <a:srgbClr val="E7A928"/>
          </a:solidFill>
          <a:ln w="6350">
            <a:solidFill>
              <a:srgbClr val="E7A9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6228" y="1307592"/>
            <a:ext cx="50063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A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to slides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396228" y="1892808"/>
            <a:ext cx="50063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editable objects, render every page and review the exact candidate.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228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 Figure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469880" y="256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6928" y="768096"/>
            <a:ext cx="110185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5562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diagram | Layout demonstration only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6007608"/>
            <a:ext cx="11018520" cy="4114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007608"/>
            <a:ext cx="82296" cy="4114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6044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figure supports only the claim and conditions stated beside it.</a:t>
            </a:r>
            <a:endParaRPr lang="en-US" sz="1600" dirty="0"/>
          </a:p>
        </p:txBody>
      </p:sp>
      <p:pic>
        <p:nvPicPr>
          <p:cNvPr id="11" name="Image 0" descr="/private/tmp/paper-report-public.DiLB1F/artifact-template-paper-report/assets/example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996696"/>
            <a:ext cx="7132320" cy="42793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46720" y="987552"/>
            <a:ext cx="3474720" cy="20116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0" y="987552"/>
            <a:ext cx="64008" cy="20116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0" y="110642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source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229600" y="1691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labels and proportions when using a real paper figure.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46720" y="3136392"/>
            <a:ext cx="3474720" cy="2011680"/>
          </a:xfrm>
          <a:prstGeom prst="rect">
            <a:avLst/>
          </a:prstGeom>
          <a:solidFill>
            <a:srgbClr val="FFF4D6"/>
          </a:solidFill>
          <a:ln w="6350">
            <a:solidFill>
              <a:srgbClr val="FFF4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3136392"/>
            <a:ext cx="64008" cy="2011680"/>
          </a:xfrm>
          <a:prstGeom prst="rect">
            <a:avLst/>
          </a:prstGeom>
          <a:solidFill>
            <a:srgbClr val="E7A928"/>
          </a:solidFill>
          <a:ln w="6350">
            <a:solidFill>
              <a:srgbClr val="E7A92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0" y="32552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A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limit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229600" y="3840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experimental conditions visible and specific.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21792" y="5440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process diagram for layout demonstration only.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228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Without Conflating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469880" y="256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6928" y="768096"/>
            <a:ext cx="110185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5562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charts | Layout demonstration only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6007608"/>
            <a:ext cx="11018520" cy="4114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007608"/>
            <a:ext cx="82296" cy="4114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6044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chart under its own stated assumptions.</a:t>
            </a:r>
            <a:endParaRPr lang="en-US" sz="1600" dirty="0"/>
          </a:p>
        </p:txBody>
      </p:sp>
      <p:pic>
        <p:nvPicPr>
          <p:cNvPr id="11" name="Image 0" descr="/private/tmp/paper-report-public.DiLB1F/artifact-template-paper-report/assets/example-line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06424"/>
            <a:ext cx="5303520" cy="31821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1792" y="4535424"/>
            <a:ext cx="5303520" cy="114300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" y="4535424"/>
            <a:ext cx="64008" cy="114300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" y="4654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04672" y="5239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axes, conditions and comparable points.</a:t>
            </a:r>
            <a:endParaRPr lang="en-US" sz="1600" dirty="0"/>
          </a:p>
        </p:txBody>
      </p:sp>
      <p:pic>
        <p:nvPicPr>
          <p:cNvPr id="16" name="Image 1" descr="/private/tmp/paper-report-public.DiLB1F/artifact-template-paper-report/assets/example-bar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06424"/>
            <a:ext cx="5303520" cy="318211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17920" y="4535424"/>
            <a:ext cx="5303520" cy="1143000"/>
          </a:xfrm>
          <a:prstGeom prst="rect">
            <a:avLst/>
          </a:prstGeom>
          <a:solidFill>
            <a:srgbClr val="FFF4D6"/>
          </a:solidFill>
          <a:ln w="6350">
            <a:solidFill>
              <a:srgbClr val="FFF4D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0" y="4535424"/>
            <a:ext cx="64008" cy="1143000"/>
          </a:xfrm>
          <a:prstGeom prst="rect">
            <a:avLst/>
          </a:prstGeom>
          <a:solidFill>
            <a:srgbClr val="E7A928"/>
          </a:solidFill>
          <a:ln w="6350">
            <a:solidFill>
              <a:srgbClr val="E7A92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0" y="4654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A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00800" y="5239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groups, units and baselines explicit.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21792" y="571500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values are synthetic and exist only to demonstrate the layout.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228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Editable Table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469880" y="256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6928" y="768096"/>
            <a:ext cx="110185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5562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 | Synthetic public example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6007608"/>
            <a:ext cx="11018520" cy="4114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007608"/>
            <a:ext cx="82296" cy="4114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6044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remain native, editable slide objects.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188720"/>
          <a:ext cx="10917936" cy="4160520"/>
        </p:xfrm>
        <a:graphic>
          <a:graphicData uri="http://schemas.openxmlformats.org/drawingml/2006/table">
            <a:tbl>
              <a:tblPr/>
              <a:tblGrid>
                <a:gridCol w="3639312"/>
                <a:gridCol w="3639312"/>
                <a:gridCol w="3639312"/>
              </a:tblGrid>
              <a:tr h="1386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3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Illustrative route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3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3A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Discussion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F5"/>
                    </a:solidFill>
                  </a:tcPr>
                </a:tc>
              </a:tr>
              <a:tr h="1386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386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21792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time budgets; not measured research results.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228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Delivery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469880" y="256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6928" y="768096"/>
            <a:ext cx="11018520" cy="0"/>
          </a:xfrm>
          <a:prstGeom prst="line">
            <a:avLst/>
          </a:prstGeom>
          <a:noFill/>
          <a:ln w="15240">
            <a:solidFill>
              <a:srgbClr val="D5DD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5562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 | Synthetic public example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6007608"/>
            <a:ext cx="11018520" cy="4114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007608"/>
            <a:ext cx="82296" cy="4114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6044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exact candidate that passed review.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1874520"/>
            <a:ext cx="3441192" cy="2926080"/>
          </a:xfrm>
          <a:prstGeom prst="rect">
            <a:avLst/>
          </a:prstGeom>
          <a:solidFill>
            <a:srgbClr val="DDF2F5"/>
          </a:solidFill>
          <a:ln w="6350">
            <a:solidFill>
              <a:srgbClr val="DD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874520"/>
            <a:ext cx="64008" cy="2926080"/>
          </a:xfrm>
          <a:prstGeom prst="rect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993392"/>
            <a:ext cx="3075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9808" y="2578608"/>
            <a:ext cx="30754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content, notes and source assets.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44696" y="3337560"/>
            <a:ext cx="265176" cy="0"/>
          </a:xfrm>
          <a:prstGeom prst="line">
            <a:avLst/>
          </a:prstGeom>
          <a:noFill/>
          <a:ln w="15240">
            <a:solidFill>
              <a:srgbClr val="5665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355592" y="1874520"/>
            <a:ext cx="3441192" cy="2926080"/>
          </a:xfrm>
          <a:prstGeom prst="rect">
            <a:avLst/>
          </a:prstGeom>
          <a:solidFill>
            <a:srgbClr val="FFF4D6"/>
          </a:solidFill>
          <a:ln w="6350">
            <a:solidFill>
              <a:srgbClr val="FFF4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55592" y="1874520"/>
            <a:ext cx="64008" cy="2926080"/>
          </a:xfrm>
          <a:prstGeom prst="rect">
            <a:avLst/>
          </a:prstGeom>
          <a:solidFill>
            <a:srgbClr val="E7A928"/>
          </a:solidFill>
          <a:ln w="6350">
            <a:solidFill>
              <a:srgbClr val="E7A9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38472" y="1993392"/>
            <a:ext cx="3075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A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538472" y="2578608"/>
            <a:ext cx="30754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candidate to PDF and page images.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33360" y="3337560"/>
            <a:ext cx="265176" cy="0"/>
          </a:xfrm>
          <a:prstGeom prst="line">
            <a:avLst/>
          </a:prstGeom>
          <a:noFill/>
          <a:ln w="15240">
            <a:solidFill>
              <a:srgbClr val="56657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144256" y="1874520"/>
            <a:ext cx="3441192" cy="2926080"/>
          </a:xfrm>
          <a:prstGeom prst="rect">
            <a:avLst/>
          </a:prstGeom>
          <a:solidFill>
            <a:srgbClr val="E4F4ED"/>
          </a:solidFill>
          <a:ln w="6350">
            <a:solidFill>
              <a:srgbClr val="E4F4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44256" y="1874520"/>
            <a:ext cx="64008" cy="2926080"/>
          </a:xfrm>
          <a:prstGeom prst="rect">
            <a:avLst/>
          </a:prstGeom>
          <a:solidFill>
            <a:srgbClr val="2F9E76"/>
          </a:solidFill>
          <a:ln w="6350">
            <a:solidFill>
              <a:srgbClr val="2F9E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7136" y="1993392"/>
            <a:ext cx="3075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327136" y="2578608"/>
            <a:ext cx="30754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every slide and revise the shared content source.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Report workflow sample</dc:title>
  <dc:subject>Paper discussion</dc:subject>
  <dc:creator/>
  <cp:lastModifiedBy/>
  <cp:revision>1</cp:revision>
  <dcterms:created xsi:type="dcterms:W3CDTF">2026-09-05T15:55:19Z</dcterms:created>
  <dcterms:modified xsi:type="dcterms:W3CDTF">2026-09-05T15:55:19Z</dcterms:modified>
</cp:coreProperties>
</file>